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2" r:id="rId8"/>
    <p:sldId id="25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49" d="100"/>
          <a:sy n="49" d="100"/>
        </p:scale>
        <p:origin x="440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rop_a_high_fidelity_ui_ux_showcase_mockup_with_a_dark_6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0"/>
            <a:ext cx="619963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37960" cy="6858000"/>
          </a:xfrm>
          <a:prstGeom prst="rect">
            <a:avLst/>
          </a:prstGeom>
          <a:solidFill>
            <a:srgbClr val="0207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claim_cor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3108960" cy="8762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4231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6FBFF"/>
                </a:solidFill>
                <a:latin typeface="Aptos"/>
              </a:defRPr>
            </a:pPr>
            <a:r>
              <a:t>RECLAIM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461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39D8FF"/>
                </a:solidFill>
                <a:latin typeface="Aptos"/>
              </a:defRPr>
            </a:pPr>
            <a:r>
              <a:t>Put it down. Pick life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908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EB1BD"/>
                </a:solidFill>
                <a:latin typeface="Aptos"/>
              </a:defRPr>
            </a:pPr>
            <a:r>
              <a:t>Make screen-off time social and rewarding.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claim_corn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8" y="155448"/>
            <a:ext cx="1965960" cy="554096"/>
          </a:xfrm>
          <a:prstGeom prst="rect">
            <a:avLst/>
          </a:prstGeom>
        </p:spPr>
      </p:pic>
      <p:pic>
        <p:nvPicPr>
          <p:cNvPr id="3" name="Picture 2" descr="_crop_WhatsApp Image 2026-08-28 at 07.33.45_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05840"/>
            <a:ext cx="11183112" cy="5074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5010912"/>
            <a:ext cx="11183112" cy="1069848"/>
          </a:xfrm>
          <a:prstGeom prst="rect">
            <a:avLst/>
          </a:prstGeom>
          <a:solidFill>
            <a:srgbClr val="0207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5184648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6FBFF"/>
                </a:solidFill>
                <a:latin typeface="Aptos"/>
              </a:defRPr>
            </a:pPr>
            <a:r>
              <a:t>We're always connected — but not always present.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5212080"/>
            <a:ext cx="1783080" cy="475488"/>
          </a:xfrm>
          <a:prstGeom prst="roundRect">
            <a:avLst/>
          </a:prstGeom>
          <a:solidFill>
            <a:srgbClr val="071017"/>
          </a:solidFill>
          <a:ln>
            <a:solidFill>
              <a:srgbClr val="39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64040" y="5312664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9D8FF"/>
                </a:solidFill>
                <a:latin typeface="Aptos"/>
              </a:defRPr>
            </a:pPr>
            <a:r>
              <a:t>▶ VIDEO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rop_858e7445-789c-462d-94ab-16194d756746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11480"/>
            <a:ext cx="11731752" cy="60350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411480"/>
            <a:ext cx="11731752" cy="292608"/>
          </a:xfrm>
          <a:prstGeom prst="rect">
            <a:avLst/>
          </a:prstGeom>
          <a:solidFill>
            <a:srgbClr val="0207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claim_cor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08" y="155448"/>
            <a:ext cx="1965960" cy="5540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928FF0-114C-B103-F3C5-FB323E4CE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640" y="0"/>
            <a:ext cx="123492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59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18B190-5FC5-FDFB-2E34-C487CBD71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147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5D5E86-D978-7996-225F-ABB28DBB3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052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940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7881DF-5F14-99F0-D05C-10635781F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701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claim_corn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777240"/>
            <a:ext cx="4526280" cy="1275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24231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6FBFF"/>
                </a:solidFill>
                <a:latin typeface="Aptos"/>
              </a:defRPr>
            </a:pPr>
            <a:r>
              <a:t>One phone away is a choice.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1089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39D8FF"/>
                </a:solidFill>
                <a:latin typeface="Aptos"/>
              </a:defRPr>
            </a:pPr>
            <a:r>
              <a:t>Doing it together is Reclaim.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2519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6FBFF"/>
                </a:solidFill>
                <a:latin typeface="Aptos"/>
              </a:defRPr>
            </a:pPr>
            <a:r>
              <a:t>Put it down. Pick life 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5257800"/>
            <a:ext cx="3474720" cy="530352"/>
          </a:xfrm>
          <a:prstGeom prst="roundRect">
            <a:avLst/>
          </a:prstGeom>
          <a:solidFill>
            <a:srgbClr val="071017"/>
          </a:solidFill>
          <a:ln>
            <a:solidFill>
              <a:srgbClr val="39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43400" y="538581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9D8FF"/>
                </a:solidFill>
                <a:latin typeface="Aptos"/>
              </a:defRPr>
            </a:pPr>
            <a:r>
              <a:t>STACK PHONES  → 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52</Words>
  <Application>Microsoft Office PowerPoint</Application>
  <PresentationFormat>Widescreen</PresentationFormat>
  <Paragraphs>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Noor Sabah</cp:lastModifiedBy>
  <cp:revision>2</cp:revision>
  <dcterms:created xsi:type="dcterms:W3CDTF">2013-01-27T09:14:16Z</dcterms:created>
  <dcterms:modified xsi:type="dcterms:W3CDTF">2026-08-28T08:49:11Z</dcterms:modified>
  <cp:category/>
</cp:coreProperties>
</file>